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прошлом занятии мы взяли веса сети XOR готовыми из книги. Сегодня главный вопрос блока: как сеть находит такие веса сама. Ответ состоит из двух частей, которые ученики уже знают по отдельности: градиентный спуск из 9 класса и правило дифференцирования сложной функции из алгебры. Новое – алгоритм, который считает градиенты по всем весам сразу и так же быстро, как сама сеть считает ответ. К концу занятия каждый должен уметь посчитать градиенты для маленького графа на доске и написать цикл обучения на PyTorch.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Задайте вопрос классу и дайте 2–3 минуты на идеи. Обычно предлагают «пошевелить каждый вес и посмотреть, как меняется ошибка». Похвалите: это честный способ (конечные разности), мы даже используем его для проверки в задании Г4. Затем спросите, сколько прогонов сети он потребует для сети 784 → 128 → 10 из прошлого занятия (ответ: два на каждый из 101 770 весов, то есть 203 540 прогонов на один шаг обучения). Подведите к цели занятия: обратное распространение дает все градиенты за один проход назад.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Прежде чем считать производные, научимся записывать любую формулу как цепочку простых операций. Это тот же прием, которым компьютер считает выражения: сложное вычисление раскладывается на сложения, умножения и функции, каждая из которых очень проста.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схему для `L = (w·x + b − y)²`. Узлы – операции: умножение, прибавление b, вычитание y, возведение в квадрат. Ребра – числа, которые текут между операциями. Посчитайте прямой проход на доске вместе с классом: при `x = 2`, `w = 3`, `b = 1`, `y = 5` получаем `z = w·x + b = 7`, `d = z − y = 2`, `L = 4`. Подчеркните: прямой проход идет слева направо и запоминает все промежуточные значения – они понадобятся на обратном проходе. Спросите: «Как выглядит граф одного нейрона из прошлого занятия?» (умножения входов на веса, сумма, смещение, активация). Связанные задания – Г1 и Г3.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Напомните градиентный спуск из 9 класса, где им обучали логистическую регрессию: `w ← w − η·∂L/∂w`. Знак производной показывает, в какую сторону менять вес, чтобы потеря уменьшилась; величина – насколько сильно потеря чувствует этот вес, то есть «насколько он виноват». Шаг η (скорость обучения, learning rate) задаем мы. Спросите: «Производная равна 8. Увеличивать w или уменьшать?» (уменьшать). Обратите внимание, что в 9 классе формулу градиента для логистической регрессии выводили вручную; для сети с миллионом весов так делать невозможно – нужен общий алгоритм.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Если потеря зависит от веса не напрямую, а через цепочку промежуточных величин, производная собирается по звеньям. Это правило дифференцирования сложной функции, которое ученики видели в алгебре: производная внешней функции, умноженная на производную внутренней.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формулу `∂L/∂w = ∂L/∂d · ∂d/∂z · ∂z/∂w` и разберите карточки: у каждой операции своя простая локальная производная. Квадрат: `∂(d²)/∂d = 2d`. Вычитание y: производная по d равна 1. Прибавление b: производная по z равна 1 и по b тоже 1. Умножение: по w – это x, по x – это w. Главная мысль: каждому узлу достаточно знать свою локальную производную и значение, пришедшее сверху; про остальной граф он ничего не знает. Предупредите ошибку: ученики часто забывают, что производная произведения по одному множителю равна другому множителю, а не единице. Связанное задание – Г1.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Идем справа налево. Шаг 0: `∂L/∂L = 1`. Шаг 1: квадрат, `∂L/∂d = 2d = 2·2 = 4`. Шаг 2: вычитание y передает градиент без изменений, `∂L/∂z = 4`. Шаг 3: сумма передает 4 и в произведение, и в b: `∂L/∂b = 4`. Шаг 4: умножение, `∂L/∂w = 4·x = 8`, `∂L/∂x = 4·w = 12`. Дополнительное задание классу: сделайте шаг с `η = 0.01` для w и b и посчитайте новую потерю (ответ: `w = 2.92`, `b = 0.96`, `z = 6.8`, `L = 3.24` – потеря уменьшилась). Эти числа проверяются в задании Г3 и в ячейке сверки с PyTorch.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выражение `a·a`: оба входа умножения – одно и то же число a. Обратный проход по умножению дает вклад a от первого множителя и еще a от второго, итого `2a` – как и должно быть, производная `a²` равна `2a`. Спросите: «Где в сети одно значение идет по нескольким дорогам?» (каждый вход слоя попадает во все нейроны слоя; каждый скрытый нейрон – во все нейроны следующего слоя). Отсюда правило реализации: в коде градиенты не присваиваются, а прибавляются (`+=`). Это самая частая ошибка в задании Г1: с `=` проверка `a·a` в Г2 даст 3 вместо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Берем сеть XOR из прошлого занятия и портим один вес: `w = [1, −1.5]`. Скрытый слой не изменился: `H = [[0, 0], [1, 0], [1, 0], [2, 1]]`. Выходы: `ŷ = H·w = [0, 1, 1, 0.5]` – ошибается только точка (1, 1). Потеря MSE: `(0.5²)/4 = 0.0625`. Градиент по выходу: `g = 2(ŷ − y)/4 = [0, 0, 0, 0.25]`. Дальше как для линейной регрессии: `∂L/∂w = Hᵀg = [2·0.25, 1·0.25] = [0.5, 0.25]`, `∂L/∂b = сумма g = 0.25`. Спросите: «Почему точки 1–3 не влияют на градиент?» (их ошибка ноль). Связанное задание – Г4.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вместе», продолжение. Градиент идет от выхода к скрытому слою: `∂L/∂h₄ = g₄·w = 0.25·[1, −1.5] = [0.25, −0.375]`. ReLU пропускает градиент только там, где ее вход положителен: `z₄ = (2, 1)`, оба больше нуля – пропускает целиком. Градиент по смещениям: `∂L/∂c = [0.25, −0.375]`; по весам: `∂L/∂W = x₄ᵀ·[0.25, −0.375]`, и так как `x₄ = (1, 1)`, обе строки равны `[0.25, −0.375]`. Дополнительное задание: сделайте шаг с `η = 0.1` для w и b (ответ: `w = [0.95, −1.525]`, `b = −0.025`); полный шаг по всем весам уменьшает потерю до 0.031. Задание Г5.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два способа получить градиент. Конечные разности: для каждого веса два прогона сети, для сети 784 → 128 → 10 это 203 540 прогонов на один шаг. Обратное распространение: один проход вперед и один назад, причем проход назад стоит примерно как проход вперед, потому что в каждом узле делается одно-два умножения на локальную производную (GF 6.5). Спросите: «Зачем тогда вообще нужны конечные разности?» (для проверки: если своя реализация градиента совпадает с численной, код верен). Это задание Г4. Отметьте плату: обратному проходу нужны сохраненные значения прямого прохода, поэтому обучение требует больше памяти, чем предсказание.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Все, что мы сделали на доске, PyTorch делает автоматически: при каждой операции над тензором, помеченным `requires_grad=True`, он достраивает граф вычислений, а по команде `backward()` проходит его назад. Этот механизм называется autograd – автоматическое дифференцирование.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код и попросите класс предсказать вывод до запуска (ответ: 8 и 4 – числа со слайда 8). Разберите три пункта: `requires_grad=True` просит PyTorch следить за тензором; `L.backward()` запускает обратный проход от потери; `.grad` хранит результат. Подчеркните, что `backward()` вызывается у скаляра – у потери; для тензора-вектора PyTorch потребует указать, по какому направлению дифференцировать. Сравните с классом `Value`, который ученики напишут сами: это тот же autograd, только на скалярах и в 60 строк. Ячейка сверки с PyTorch стоит сразу после задания Г3.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эксперимент: вызвать `backward()` дважды для той же формулы. После первого раза `w.grad = 8`, после второго – 16: PyTorch не заменяет, а прибавляет градиент, по той же причине, по которой у нас стоит `+=`. Поэтому перед каждым шагом обучения градиенты сбрасывают: `optimizer.zero_grad()`. В современных версиях PyTorch после сброса `w.grad` равен `None`, а не нулю – так экономится память. Спросите: «Что будет, если забыть zero_grad?» (градиенты с прошлых шагов складываются, шаги становятся все больше, обучение идет рывками или расходится). Это вопрос Г5 и задание повышенной сложности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цикл по иконкам: `optimizer.zero_grad()` – сбросить старые градиенты; `model(x)` – прямой проход; `loss_fn(...)` – потеря; `loss.backward()` – обратный проход; `optimizer.step()` – шаг против градиента для всех параметров сразу. Попросите записать цикл по памяти на доске. Сообщите результат задания Г5: сеть XOR с испорченным весом за 100 таких шагов с `η = 0.1` снижает потерю с 0.0625 ниже 0.01, а округленные ответы становятся `[0, 1, 1, 0]`. Предупредите типичную ошибку порядка: `step()` до `backward()` делает шаг по старым (или пустым) градиентам.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три варианта. Градиент по всему набору – точный, но один шаг за эпоху (эпоха – один проход по всем обучающим объектам) и медленный на больших данных. Градиент по одному объекту – много шагов, но направление сильно «шумит». Мини-пакет из 32–256 объектов – компромисс: направление почти точное, шагов много, а пакет удобно считать на видеокарте целиком. Спросите: «Сколько шагов за эпоху при 700 объектах и пакете 32?» (22). Именно так устроена функция `train_epoch` в задании Г6, которую мы будем использовать во всех следующих работах. Подробнее о шагах и оптимизаторах – Блок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Сильные стороны: алгоритм дает точные градиенты для любого графа из дифференцируемых операций; стоит примерно как прямой проход; в PyTorch работает автоматически; один и тот же алгоритм обучает полносвязные, сверточные и рекуррентные сети. Слабые: нужно хранить промежуточные значения – обучение требует памяти; градиент показывает направление, но не гарантирует глобальный минимум; в глубоких сетях градиенты могут затухать или взрываться (Б2.2); в изломах вроде ReLU в нуле производная определяется соглашением. Сравните с деревом решений из 9 класса: дерево не использует градиенты вовсе, а строится жадным перебором.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Задача практики – написать собственный маленький autograd на скалярах по образцу micrograd Андрея Карпатого, а затем перейти к PyTorch: проверить градиенты, написать цикл обучения и функции `train_epoch` и `evaluate`, которые пригодятся во всех следующих работах.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Класс `Value` хранит число `data`, градиент `grad`, множество «детей» `_prev`, из которых оно получено, название операции `_op` и функцию `_backward`, которая знает, как передать градиент детям. Разберите пример `c = a * b`: при создании `c` запоминает `a` и `b`, а его `_backward` прибавляет к `a.grad` значение `b.data · c.grad` и наоборот. Отдельной структуры «граф» нет – он хранится в самих числах. Спросите: «Как найти порядок обхода?» (топологическая сортировка: каждый узел после всех своих детей, обход в обратном порядке) – это функция `backward` в задании Г2.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Г1 – сложение и умножение в `Value`; Г2 – ReLU, tanh и обратный проход с топологической сортировкой (главное задание); Г3 – выражение со слайда и шаг спуска на `Value`, сверка с PyTorch; Г4 – сеть XOR на `torch` и проверка градиентов конечными разностями; Г5 – цикл обучения на `torch.optim.SGD` (главное задание); Г6 – `train_epoch` и `evaluate` с мини-пакетами на «двух лунах». Правило части: в Г1–Г3 внутри функций только Python и `math`.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объяснить своими словами, как сеть находит вклад каждого веса в ошибку. Тема усвоена, если звучат слова «граф вычислений», «цепное правило», «локальная производная», «обратный проход», «градиенты складываются». Пройдитесь по шести пунктам и анонсируйте следующее занятие: теперь, когда сеть умеет учиться, перейдем к слоям, которые подходят для изображений, – сверткам.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3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4630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Обратное распространение: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сеть находит виноватый вес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7" name="Image 1" descr="img3/ic_FaGraduationC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" y="4187586"/>
            <a:ext cx="201900" cy="201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3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37760" y="822960"/>
            <a:ext cx="502920" cy="43891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1" descr="img3/ic_FaQuoteLef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941466"/>
            <a:ext cx="201900" cy="2019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3776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«Сеть ошиблась. Какой из 100 000 весов виноват – и насколько?»</a:t>
            </a:r>
            <a:endParaRPr lang="en-US" sz="2100" dirty="0"/>
          </a:p>
        </p:txBody>
      </p:sp>
      <p:sp>
        <p:nvSpPr>
          <p:cNvPr id="7" name="Text 2"/>
          <p:cNvSpPr txBox="1"/>
          <p:nvPr/>
        </p:nvSpPr>
        <p:spPr>
          <a:xfrm>
            <a:off x="4937760" y="2926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пошевелить каждый вес по очереди – это 200 000 прогонов сети на один шаг обучения. Обратное распространение находит вклад всех весов за один проход назад.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3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Граф вычислений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формула – цепочка простых операций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ВЫЧИСЛЕНИЙ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Формула – это граф из простых операций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(w·x + b − y)²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783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514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3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97280" y="1975104"/>
            <a:ext cx="320040" cy="329184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1097280" y="2377440"/>
            <a:ext cx="320040" cy="329184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17320" y="214884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17320" y="2148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920240" y="2340864"/>
            <a:ext cx="27432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194560" y="2148840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94560" y="21488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b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788920" y="2340864"/>
            <a:ext cx="27432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063240" y="2148840"/>
            <a:ext cx="59436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63240" y="214884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657600" y="2340864"/>
            <a:ext cx="27432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931920" y="214884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31920" y="2148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)²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34840" y="2340864"/>
            <a:ext cx="22860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663440" y="2148840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63440" y="21488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219456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306324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93192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219456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1,  y = 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проход →   запоминаем все значения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обратный проход   градиенты от L к весам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44068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6035040" y="1261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Узлы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6035040" y="1545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операции: +, ×, квадрат, ReLU.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44068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6035040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Ребра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6035040" y="23225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или тензоры, которые текут между узлами.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44068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6035040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Прямой проход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6035040" y="30998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направо, значения сохраняются.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4406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4" name="Text 41"/>
          <p:cNvSpPr txBox="1"/>
          <p:nvPr/>
        </p:nvSpPr>
        <p:spPr>
          <a:xfrm>
            <a:off x="6035040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Обратный проход</a:t>
            </a:r>
            <a:endParaRPr lang="en-US" sz="1350" dirty="0"/>
          </a:p>
        </p:txBody>
      </p:sp>
      <p:sp>
        <p:nvSpPr>
          <p:cNvPr id="45" name="Text 42"/>
          <p:cNvSpPr txBox="1"/>
          <p:nvPr/>
        </p:nvSpPr>
        <p:spPr>
          <a:xfrm>
            <a:off x="6035040" y="38770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налево: кто сколько внес в 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ГРАДИЕНТНЫЙ СПУСК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 – куда двигать вес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502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← w − η · ∂L/∂w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932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– шаг (скорость обучения, learning rate)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«+» или «−»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двигать вес, чтобы потеря уменьшилась: против знака.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7472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|∂L/∂w|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Величина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потеря чувствует вес – «насколько он виноват».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η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560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Задаем мы: слишком большой – скачки, слишком малый – долго.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5204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66217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3" name="Image 0" descr="img3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770803"/>
            <a:ext cx="185075" cy="18507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325880" y="363016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9 классе: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логистическую регрессию учили тем же спуском, а формулу градиента выводили вручную. Для миллиона весов нужен общий алгоритм.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3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Цепное правило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проход умножает локальные производные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ЦЕПНОЕ ПРАВИЛО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Производная цепочки – произведение звеньев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 = ∂L/∂d · ∂d/∂z · ∂z/∂w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847088"/>
            <a:ext cx="548640" cy="475488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)²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1947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d²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ПРОИЗВОДНАЯ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60320" y="169164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0" y="1847088"/>
            <a:ext cx="548640" cy="475488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43200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y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1947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z − 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ПРОИЗВОДНАЯ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274320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663440" y="169164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1847088"/>
            <a:ext cx="548640" cy="475488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b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1947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m + b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ПРОИЗВОДНАЯ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по m и по b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766560" y="1691640"/>
            <a:ext cx="19202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949440" y="1847088"/>
            <a:ext cx="548640" cy="475488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949440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19476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w·x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2514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ПРОИЗВОДНАЯ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по w,  w по x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5800" y="370789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34" name="Image 0" descr="img3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816523"/>
            <a:ext cx="185075" cy="185075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325880" y="367588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узел знает только свою простую производную. Градиент, пришедший сверху, он умножает на нее и передает дальше.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Обратный проход для L = (w·x + b − y)²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325880"/>
            <a:ext cx="256032" cy="25603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2, w = 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463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0" y="1325880"/>
            <a:ext cx="256032" cy="25603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7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1463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w·x + b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434840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46320" y="1325880"/>
            <a:ext cx="256032" cy="25603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1463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− y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949440" y="1325880"/>
            <a:ext cx="256032" cy="25603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0" y="1261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4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1463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18745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градиент идет обратно, начиная с ∂L/∂L = 1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2194560"/>
            <a:ext cx="804672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2423160"/>
            <a:ext cx="2468880" cy="210312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2560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КВАДРАТ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∂L/∂d = 2d = 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2, локальная производная 2d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0" y="242316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СУММЫ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42900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∂L/∂z = 4,  ∂L/∂b = 4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42900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сложение и вычитание передают градиент без изменений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86400" y="242316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71500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УМНОЖЕНИЕ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7150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 = 4·x,   ∂L/∂x = 4·w = 12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57150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η = 0.01: w = 2.92, b = 0.96, L = 3.24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71500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∂L/∂w = 8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дороги – градиенты складываются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8404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33172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331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flipV="1">
            <a:off x="1554480" y="2057400"/>
            <a:ext cx="457200" cy="41148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11680" y="2057400"/>
            <a:ext cx="457200" cy="36576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54480" y="2606040"/>
            <a:ext cx="457200" cy="41148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2011680" y="2651760"/>
            <a:ext cx="457200" cy="36576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68880" y="2331720"/>
            <a:ext cx="548640" cy="384048"/>
          </a:xfrm>
          <a:prstGeom prst="roundRect">
            <a:avLst>
              <a:gd name="adj" fmla="val 14286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68880" y="2331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017520" y="2523744"/>
            <a:ext cx="32004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337560" y="233172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23317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a·a = 9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1: a = 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2: a = 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∂(a²)/∂a = 3 + 3 = 6 = 2a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663440" y="138988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1389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3035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значение – несколько дорог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303520" y="166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число используется дважды, от каждой дороги приходит свой вклад.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225856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63440" y="22585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303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сети это повсюду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25328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вход слоя идет во все нейроны слоя – его градиент равен сумме вкладов.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63440" y="312724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0" y="31272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30352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Поэтому в коде +=, а не =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0" y="34015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«=» проверка a·a в задании Г2 даст 3 вместо 6.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XOR: градиент выходного слоя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Испортили один вес: w = [1, −1.5] вместо [1, −2]. W, c, b – как в Б1.1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64208"/>
            <a:ext cx="457200" cy="402336"/>
          </a:xfrm>
          <a:prstGeom prst="hexagon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(0, 0)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194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487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− y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2743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063240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∂L/∂ŷ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0815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56032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0" y="16642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74320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329184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(0, 1)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2743200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2194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2743200" y="2487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74320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− y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3474720" y="2743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0" y="3063240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4320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∂L/∂ŷ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3474720" y="30815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66344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46320" y="16642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84632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39496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(1, 0)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577840" y="2194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(1, 0)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846320" y="2487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577840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48463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− y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577840" y="2743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46320" y="3063240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84632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∂L/∂ŷ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577840" y="30815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676656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49440" y="1664208"/>
            <a:ext cx="457200" cy="402336"/>
          </a:xfrm>
          <a:prstGeom prst="hexagon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4944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749808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(1, 1)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6949440" y="22128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7680960" y="2194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(2, 1)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6949440" y="2487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7680960" y="24688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94944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− y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7680960" y="27432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949440" y="3063240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949440" y="3127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∂L/∂ŷ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7680960" y="30815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85800" y="386791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62" name="Image 0" descr="img3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976543"/>
            <a:ext cx="185075" cy="185075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1325880" y="381304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0.0625.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2(ŷ − y)/4. Дальше как у линейной регрессии: ∂L/∂w = Hᵀg = [0.5, 0.25], ∂L/∂b = 0.25. Виновата только точка (1, 1).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XOR: градиент скрытого слоя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g₄ = 0.25   →   ∂L/∂h₄ = g₄·w   →   ReLU   →   ∂L/∂c,  ∂L/∂W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SGD с η = 0.1 по всем весам: потеря 0.0625 → 0.031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804672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331720"/>
            <a:ext cx="2468880" cy="2194560"/>
          </a:xfrm>
          <a:prstGeom prst="roundRect">
            <a:avLst>
              <a:gd name="adj" fmla="val 25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68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ВЫХОДНОЙ СЛОЙ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∂L/∂h₄ = 0.25·[1, −1.5] = [0.25, −0.375]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по входу умножения – это вес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2331720"/>
            <a:ext cx="2103120" cy="219456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29000" y="2468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RELU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z₄ = (2, 1) &gt; 0 – пропускает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z ≤ 0 ReLU обнулила бы градиент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2331720"/>
            <a:ext cx="3108960" cy="219456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2468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∂L/∂W: обе строки [0.25, −0.375], так как x₄ = (1, 1)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∂L/∂c =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[0.25, −0.375]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Назад – так же дешево, как вперед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389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КОНЕЧНЫЕ РАЗНОСТИ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91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203 540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прогонов на один шаг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два на каждый вес сети 784 → 128 → 10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23444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74720" y="1389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ОБРАТНОЕ РАСПРОСТРАНЕНИЕ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1691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+ 1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проход вперед и назад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назад в каждом узле – одно умножение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123444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63640" y="13898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НУЖНЫ РАЗНОСТИ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691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Г4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377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своего кода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совпало с autograd – код верен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370789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4" name="Image 0" descr="img3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816523"/>
            <a:ext cx="185075" cy="18507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25880" y="367588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скорости: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обратному проходу нужны все значения прямого прохода, поэтому обучение требует больше памяти, чем предсказание (GF 6.5).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3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Autograd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сам строит граф и считает градиенты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 В PYTORCH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Autograd считает то же, что мы на доске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572000" cy="2560320"/>
          </a:xfrm>
          <a:prstGeom prst="roundRect">
            <a:avLst>
              <a:gd name="adj" fmla="val 214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99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СО СЛАЙДА 8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91640"/>
            <a:ext cx="4114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torch.tensor(3., requires_grad=True)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torch.tensor(1., requires_grad=True)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(w * 2 + b - 5) **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L.backward()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w.grad, b.grad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(tensor(8.), tensor(4.))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34924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requires_grad=True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5910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«Следи за этим тензором и строй граф».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L.backward()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24140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проход от скалярной потери.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2926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.grad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236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∂L/∂w лежит в w.grad.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механизм мы напишем сами в классе Value – на скалярах.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Градиенты копятся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502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w.grad += …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932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прибавляет, а не заменяет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L.backward()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w.grad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первого вызова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32588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47472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L.backward() еще раз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w.grad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+ 8: градиенты сложились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132588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w.grad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градиенты сброшены перед шагом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47929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6" name="Image 0" descr="img3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587923"/>
            <a:ext cx="185075" cy="18507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325880" y="3447288"/>
            <a:ext cx="7086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копить: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складываются вклады от ветвей графа. Цена – не забывать zero_grad перед каждым шагом обучения.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ОБУЧЕНИЯ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строк цикла обучения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" y="123444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8" name="Image 0" descr="img3/ic_FaEra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431950"/>
            <a:ext cx="336499" cy="33649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17320" y="1115568"/>
            <a:ext cx="292608" cy="25603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417320" y="11155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1463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114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zero_grad()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2395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сбросить старые градиенты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68880" y="123444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5" name="Image 1" descr="img3/ic_FaArrowRigh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110" y="1431950"/>
            <a:ext cx="336499" cy="33649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108960" y="1115568"/>
            <a:ext cx="292608" cy="25603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108960" y="11155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3383280" y="1463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210312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model(x)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103120" y="2395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проход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160520" y="123444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22" name="Image 2" descr="img3/ic_FaBullsey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1431950"/>
            <a:ext cx="336499" cy="336499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800600" y="1115568"/>
            <a:ext cx="292608" cy="25603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800600" y="11155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5074920" y="1463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379476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loss_fn(…)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3794760" y="2395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 потерю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852160" y="1234440"/>
            <a:ext cx="822960" cy="73152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9" name="Image 3" descr="img3/ic_FaUndo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390" y="1431950"/>
            <a:ext cx="336499" cy="336499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6492240" y="1115568"/>
            <a:ext cx="292608" cy="25603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492240" y="11155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5"/>
          <p:cNvSpPr txBox="1"/>
          <p:nvPr/>
        </p:nvSpPr>
        <p:spPr>
          <a:xfrm>
            <a:off x="6766560" y="1463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backward()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0" y="2395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проход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543800" y="1234440"/>
            <a:ext cx="822960" cy="73152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36" name="Image 4" descr="img3/ic_FaShoePrint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7030" y="1431950"/>
            <a:ext cx="336499" cy="336499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183880" y="1115568"/>
            <a:ext cx="292608" cy="25603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8183880" y="11155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71780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step()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7178040" y="23957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против градиента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822960" y="3200400"/>
            <a:ext cx="749808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051560" y="336499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43" name="Image 5" descr="img3/ic_FaLightbulb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23" y="3473623"/>
            <a:ext cx="185075" cy="18507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691640" y="3310128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Г5: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XOR с испорченным весом за 100 таких шагов с η = 0.1 снижает потерю с 0.0625 ниже 0.01 и отвечает [0, 1, 1, 0].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МИНИ-ПАКЕТЫ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 по пакету – быстро и почти точно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89320" y="109728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18872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6112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06424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16736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27048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37360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47672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57984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68296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78608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96112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06424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316736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27048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37360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47672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57984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68296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78608" y="169164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6112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06424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316736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527048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737360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47672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57984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368296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78608" y="201168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набор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2907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шаг за эпоху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направление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Медленно на больших данных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246120" y="118872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74720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685032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895344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05656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315968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26280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736592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946904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157216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367528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474720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685032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895344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105656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315968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26280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736592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946904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57216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367528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474720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685032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895344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05656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315968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526280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736592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946904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157216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367528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24612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объект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3246120" y="2907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шагов за эпоху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324612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быстрых шагов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сильно шумит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6217920" y="118872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446520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656832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867144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077456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287768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98080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08392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918704" y="1371600"/>
            <a:ext cx="137160" cy="137160"/>
          </a:xfrm>
          <a:prstGeom prst="ellipse">
            <a:avLst/>
          </a:prstGeom>
          <a:solidFill>
            <a:srgbClr val="B8AB84"/>
          </a:solidFill>
          <a:ln w="9525">
            <a:solidFill>
              <a:srgbClr val="B8AB8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129016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339328" y="137160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446520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656832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867144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077456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287768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498080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708392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918704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129016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8339328" y="169164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46520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656832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867144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7077456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287768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498080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708392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918704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129016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339328" y="2011680"/>
            <a:ext cx="137160" cy="137160"/>
          </a:xfrm>
          <a:prstGeom prst="ellipse">
            <a:avLst/>
          </a:prstGeom>
          <a:solidFill>
            <a:srgbClr val="3A3A42"/>
          </a:solidFill>
          <a:ln w="9525">
            <a:solidFill>
              <a:srgbClr val="9A9AA3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621792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Мини-пакет 32</a:t>
            </a:r>
            <a:endParaRPr lang="en-US" sz="1400" dirty="0"/>
          </a:p>
        </p:txBody>
      </p:sp>
      <p:sp>
        <p:nvSpPr>
          <p:cNvPr id="108" name="Text 105"/>
          <p:cNvSpPr txBox="1"/>
          <p:nvPr/>
        </p:nvSpPr>
        <p:spPr>
          <a:xfrm>
            <a:off x="6217920" y="2907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шага за эпоху</a:t>
            </a:r>
            <a:endParaRPr lang="en-US" sz="1050" dirty="0"/>
          </a:p>
        </p:txBody>
      </p:sp>
      <p:sp>
        <p:nvSpPr>
          <p:cNvPr id="109" name="Text 106"/>
          <p:cNvSpPr txBox="1"/>
          <p:nvPr/>
        </p:nvSpPr>
        <p:spPr>
          <a:xfrm>
            <a:off x="621792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точно и быстро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удобно считать на GPU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457200" y="41148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– один проход по всем обучающим объектам (здесь их 700). Как именно шагать – Блок 2.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137160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2" name="Image 0" descr="img3/ic_Fa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90" y="1490106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градиенты для любого графа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примерно как прямой проход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PyTorch работает автоматически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алгоритм для всех архитектур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37160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7" name="Image 1" descr="img3/ic_Fa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50" y="149010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все значения – нужна память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гарантирует глобальный минимум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глубоких сетях градиенты затухают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изломах (ReLU в 0) – соглашение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именно шагать по градиенту – SGD, импульс, Adam – и почему градиенты затухают, разберем в Блоке 2.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3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autograd на Python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№1, часть 2Г: класс Value и цикл обучения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ДАННЫХ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хранить граф в коде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219456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VALUE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self.data      = 3.0    # число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self.grad      = 0.0    # ∂L/∂(число)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self._prev     = {a, b} # дети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self._op       = '*'    # операция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self._backward = ...    # как отдать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# градиент детям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188720"/>
            <a:ext cx="4069080" cy="219456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533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УМНОЖЕНИЕ  c = a * b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6459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c.data  = a.data * b.data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c._prev = {a, b}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при обратном проходе: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a.grad += b.data * c.grad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b.grad += a.data * c.grad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хранится в самих числах. </a:t>
            </a:r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помнит «детей» и правило передачи градиента; backward обходит узлы в обратном топологическом порядке.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от числа до сети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Value.__add__ · __mul__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Число, которое помнит граф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56432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50792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 · tanh · backward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проход по графу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9904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72784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slide_loss · sgd_step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со слайда, сверка с torch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xor_forward · xor_loss · numerical_grad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на torch, проверка градиентов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73552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56432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56432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Г5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050792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train_xor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050792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обучения на torch.optim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2784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72784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67144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train_epoch · evaluate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67144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Мини-пакеты на «двух лунах»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Г1–Г3 – только Python и math, torch лишь для сверки. train_epoch и evaluate пригодятся во всех следующих работах.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формула – граф простых операций; прямой проход запоминает значения.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по весу – произведение локальных производных по цепочке.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проход идет от L к весам; на ветвлениях градиенты складываются.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Назад так же дешево, как вперед: все градиенты за один проход.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Autograd: requires_grad, backward(), .grad – и zero_grad перед шагом.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Цикл: zero_grad → forward → loss → backward → step, по мини-пакетам.</a:t>
            </a:r>
            <a:endParaRPr lang="en-US" sz="1050" dirty="0"/>
          </a:p>
        </p:txBody>
      </p:sp>
      <p:pic>
        <p:nvPicPr>
          <p:cNvPr id="17" name="Image 0" descr="img3/hex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2926080" cy="32369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374904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Обратное распространение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2026-09-24T02:32:18Z</dcterms:created>
  <dcterms:modified xsi:type="dcterms:W3CDTF">2026-09-24T02:32:18Z</dcterms:modified>
</cp:coreProperties>
</file>